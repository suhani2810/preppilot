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a87295a7c749e9" /><Relationship Type="http://schemas.openxmlformats.org/officeDocument/2006/relationships/extended-properties" Target="/docProps/app.xml" Id="R9baa56c78996465a" /><Relationship Type="http://schemas.openxmlformats.org/officeDocument/2006/relationships/officeDocument" Target="/ppt/presentation.xml" Id="R431513a6699548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f95e54df04053"/>
  </p:sldMasterIdLst>
  <p:notesMasterIdLst>
    <p:notesMasterId xmlns:r="http://schemas.openxmlformats.org/officeDocument/2006/relationships" r:id="Rc045471cc53c4aae"/>
  </p:notesMasterIdLst>
  <p:sldIdLst>
    <p:sldId xmlns:r="http://schemas.openxmlformats.org/officeDocument/2006/relationships" id="256" r:id="R4c949c4ab6624bb7"/>
    <p:sldId xmlns:r="http://schemas.openxmlformats.org/officeDocument/2006/relationships" id="257" r:id="R9d4f0ca5c15c409e"/>
    <p:sldId xmlns:r="http://schemas.openxmlformats.org/officeDocument/2006/relationships" id="258" r:id="R2064b1c07d5f44f2"/>
    <p:sldId xmlns:r="http://schemas.openxmlformats.org/officeDocument/2006/relationships" id="259" r:id="R6c38cd82618742c5"/>
    <p:sldId xmlns:r="http://schemas.openxmlformats.org/officeDocument/2006/relationships" id="260" r:id="Rc7f61c47634340eb"/>
    <p:sldId xmlns:r="http://schemas.openxmlformats.org/officeDocument/2006/relationships" id="261" r:id="R3e3bb4a810d74bb6"/>
    <p:sldId xmlns:r="http://schemas.openxmlformats.org/officeDocument/2006/relationships" id="262" r:id="Rd17ae0d91c9942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c021918a504b9f" /><Relationship Type="http://schemas.openxmlformats.org/officeDocument/2006/relationships/slideMaster" Target="/ppt/slideMasters/slideMaster1.xml" Id="R47df95e54df04053" /><Relationship Type="http://schemas.openxmlformats.org/officeDocument/2006/relationships/notesMaster" Target="/ppt/notesMasters/notesMaster1.xml" Id="Rc045471cc53c4aae" /><Relationship Type="http://schemas.openxmlformats.org/officeDocument/2006/relationships/presProps" Target="/ppt/presProps.xml" Id="R79f2cbbcc2644996" /><Relationship Type="http://schemas.openxmlformats.org/officeDocument/2006/relationships/tableStyles" Target="/ppt/tableStyles.xml" Id="R54fee6b910d946bb" /><Relationship Type="http://schemas.openxmlformats.org/officeDocument/2006/relationships/slide" Target="/ppt/slides/slide1.xml" Id="R4c949c4ab6624bb7" /><Relationship Type="http://schemas.openxmlformats.org/officeDocument/2006/relationships/slide" Target="/ppt/slides/slide2.xml" Id="R9d4f0ca5c15c409e" /><Relationship Type="http://schemas.openxmlformats.org/officeDocument/2006/relationships/slide" Target="/ppt/slides/slide3.xml" Id="R2064b1c07d5f44f2" /><Relationship Type="http://schemas.openxmlformats.org/officeDocument/2006/relationships/slide" Target="/ppt/slides/slide4.xml" Id="R6c38cd82618742c5" /><Relationship Type="http://schemas.openxmlformats.org/officeDocument/2006/relationships/slide" Target="/ppt/slides/slide5.xml" Id="Rc7f61c47634340eb" /><Relationship Type="http://schemas.openxmlformats.org/officeDocument/2006/relationships/slide" Target="/ppt/slides/slide6.xml" Id="R3e3bb4a810d74bb6" /><Relationship Type="http://schemas.openxmlformats.org/officeDocument/2006/relationships/slide" Target="/ppt/slides/slide7.xml" Id="Rd17ae0d91c99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30755ffcc44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43d38a9b03418c" /><Relationship Type="http://schemas.openxmlformats.org/officeDocument/2006/relationships/notesMaster" Target="/ppt/notesMasters/notesMaster1.xml" Id="R8f916d37442d4d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5f8786978e401f" /><Relationship Type="http://schemas.openxmlformats.org/officeDocument/2006/relationships/notesMaster" Target="/ppt/notesMasters/notesMaster1.xml" Id="Rf182533ed9cc46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209634a7b4776" /><Relationship Type="http://schemas.openxmlformats.org/officeDocument/2006/relationships/notesMaster" Target="/ppt/notesMasters/notesMaster1.xml" Id="R4380fad87ae745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59660a1654687" /><Relationship Type="http://schemas.openxmlformats.org/officeDocument/2006/relationships/notesMaster" Target="/ppt/notesMasters/notesMaster1.xml" Id="R3196fef81dd546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3f9bfb70ec4ee4" /><Relationship Type="http://schemas.openxmlformats.org/officeDocument/2006/relationships/notesMaster" Target="/ppt/notesMasters/notesMaster1.xml" Id="R77636373484b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1825422f65417f" /><Relationship Type="http://schemas.openxmlformats.org/officeDocument/2006/relationships/notesMaster" Target="/ppt/notesMasters/notesMaster1.xml" Id="R742cd440230641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ba7d1e95324e7c" /><Relationship Type="http://schemas.openxmlformats.org/officeDocument/2006/relationships/notesMaster" Target="/ppt/notesMasters/notesMaster1.xml" Id="Ra962e3c122634b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Team Phantom and PrepPilot. State that the selected track is Gen AI and the challenge is to build an AI mock interview platform. Position PrepPilot as a personalised practice environment rather than a fixed question bank.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problems: generic practice, static questioning and unclear next steps. Emphasise that interviews are conversations, so a useful mock interview must react to the candidate rather than replay a fixed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PrepPilot as one connected loop. Candidate context powers the interview; the adaptive conversation captures performance; the report and roadmap convert performance into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candidate experience. Mention that the candidate selects Voice or Text before starting and the mode stays locked during the session, keeping the interview 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architecture at a high level. Candidate context enters a server-side AI orchestrator. It produces a natural interviewer response containing acknowledgement, transition and question. Voice and Text use the same orchestration, while evaluation and reports remain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Summarise the differentiators. During the interview, PrepPilot focuses on realism and time-aware adaptation. Afterward, it produces structured evidence and clear next steps, creating a repeatable improvement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value: PrepPilot adapts practice to the individual and turns interview performance into a concrete improvement plan. Invite the audience to view the live demonstration or ask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88ba0906b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03322f1274d06" /><Relationship Type="http://schemas.openxmlformats.org/officeDocument/2006/relationships/slideLayout" Target="/ppt/slideLayouts/slideLayout1.xml" Id="R9df94d71fe2d4a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f94d71fe2d4a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8673608ba4950" /><Relationship Type="http://schemas.openxmlformats.org/officeDocument/2006/relationships/notesSlide" Target="/ppt/notesSlides/notesSlide1.xml" Id="R5c441158d70b43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9d1e442ee4008" /><Relationship Type="http://schemas.openxmlformats.org/officeDocument/2006/relationships/notesSlide" Target="/ppt/notesSlides/notesSlide2.xml" Id="R2bf00a87f466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124d5560f4411" /><Relationship Type="http://schemas.openxmlformats.org/officeDocument/2006/relationships/notesSlide" Target="/ppt/notesSlides/notesSlide3.xml" Id="Rafe80ab12fe64d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4746ddc1043b0" /><Relationship Type="http://schemas.openxmlformats.org/officeDocument/2006/relationships/notesSlide" Target="/ppt/notesSlides/notesSlide4.xml" Id="R6e3ef27ea2e440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4336b673941ac" /><Relationship Type="http://schemas.openxmlformats.org/officeDocument/2006/relationships/notesSlide" Target="/ppt/notesSlides/notesSlide5.xml" Id="R323544d385254b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27763aefe46e1" /><Relationship Type="http://schemas.openxmlformats.org/officeDocument/2006/relationships/notesSlide" Target="/ppt/notesSlides/notesSlide6.xml" Id="R54446178e5af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b15bd35714f7b" /><Relationship Type="http://schemas.openxmlformats.org/officeDocument/2006/relationships/notesSlide" Target="/ppt/notesSlides/notesSlide7.xml" Id="Rf8e87d1e3f724d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25078-3C8B-478E-B62E-9F67426E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B3F3F-D6DC-4C86-B6F7-5E954F40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GEN AI · PROBLEM STATEMENT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BB8FD-A7BE-423F-98EF-4BC816A3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85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951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3ED0B-6732-4CC0-9D43-B572F1CA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68D9D0"/>
                </a:solidFill>
                <a:latin typeface="Aptos"/>
                <a:ea typeface="Aptos"/>
                <a:cs typeface="Aptos"/>
              </a:rPr>
              <a:t>From resume to 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FC63A-1A1B-457F-B4AE-B04B00BF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7D5D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7D5DC"/>
                </a:solidFill>
                <a:latin typeface="Aptos"/>
                <a:ea typeface="Aptos"/>
                <a:cs typeface="Aptos"/>
              </a:rPr>
              <a:t>An adaptive AI mock interview platform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8382000" y="1047750"/>
            <a:ext cx="0" cy="476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455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DD792-F899-45E2-99C6-C4BE2EB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66CF8-812C-4D49-998E-58EC907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PHANTOM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691CC-2BCE-4514-8644-527850CF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D9D0"/>
                </a:solidFill>
                <a:latin typeface="Aptos"/>
                <a:ea typeface="Aptos"/>
                <a:cs typeface="Aptos"/>
              </a:rPr>
              <a:t>Team Leader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FE65C-0C24-45B6-9E32-C2A521B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Suhani Mahajan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8AD31-FCFB-4E6F-A89D-C3B14BA6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D9D0"/>
                </a:solidFill>
                <a:latin typeface="Aptos"/>
                <a:ea typeface="Aptos"/>
                <a:cs typeface="Aptos"/>
              </a:rPr>
              <a:t>Team Member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D0510-D95D-427A-A3D2-7D15008B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Divyam Madan</a:t>
            </a:r>
          </a:p>
        </p:txBody>
      </p:sp>
    </p:spTree>
    <p:extLst>
      <p:ext uri="{BB962C8B-B14F-4D97-AF65-F5344CB8AC3E}">
        <p14:creationId xmlns:p14="http://schemas.microsoft.com/office/powerpoint/2010/main" val="1499703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CD6F7-C1CC-4A38-B878-C982272B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25245-102F-4BE5-BE39-8298E2EF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Interview practice rarely feels like the real 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BAE0D-1679-4F31-A3AD-D41ED4FB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70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FE8F9-8375-4994-A32A-3BA58AC2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0212E"/>
                </a:solidFill>
                <a:latin typeface="Aptos"/>
                <a:ea typeface="Aptos"/>
                <a:cs typeface="Aptos"/>
              </a:rPr>
              <a:t>Candidates often practise with generic questions, receive little context-aware feedback, and cannot see what to improve next.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38600" y="3143250"/>
            <a:ext cx="0" cy="2428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7772400" y="3143250"/>
            <a:ext cx="0" cy="2428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10D17-5090-4D52-8BED-4692237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2B409-3C5A-41CA-BB45-B8AD840A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Generic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C120B-4929-4352-B9CD-E3CDFAC8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The same questions ignore the candidate’s resume, target role and job description.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AB78B-71D5-4E29-817B-4C608DEE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654AC-0FCC-4633-9813-E2714176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67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55126-15A1-4967-A3B6-B203416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A fixed sequence cannot follow up, change difficulty or react to answer depth.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28AFD-B5AA-4B41-8B04-6AC88CFE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BD5AC-81A9-417C-A115-E2FF70D4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Unclear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636BD-835B-4CA3-B8A5-4D796B2E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33875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A score alone does not translate into a focused plan for improvement.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9BA71-4238-4E6B-AD35-47F2853A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The gap: realistic practice must adapt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098206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A2AC1-15C7-4B66-9FCE-063A7B15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0D81A-045B-4C50-9297-94BC931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82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PrepPilot turns candidate context into a live interview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D312F-D3E8-49B2-9E13-FE15C2A9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70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E4F19-BE18-4472-B487-9CD2D7EA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BAA0D-532F-4DCB-800D-FF258A67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55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Upload once. Practise realistically. Improve with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05042-C04C-45F0-9259-9EB24784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The AI interviewer uses the resume, selected role, interview focus, history and remaining time to shape every turn.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191250" y="2095500"/>
            <a:ext cx="0" cy="3429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24727-4608-467B-8723-DF01F7E6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476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04EBB-4811-4274-849B-F46C3126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DA56A-E310-479E-9DC5-A0DAD26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33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Resume + role + job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04C5C-89C0-4A57-A2F8-1B64CDBD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476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02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787F9-3E8F-47DF-9CB8-4F5A2171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5AEDA-EDCD-4284-B1E6-16573E4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Adaptive Voice or Text interview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2DD6C-9416-4645-987D-F797F1F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4476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9587F-FF86-44D3-947C-FBA71B15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595C3-FD41-45D2-85F9-AE185E72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91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Report + personalised roadmap</a:t>
            </a:r>
          </a:p>
        </p:txBody>
      </p:sp>
    </p:spTree>
    <p:extLst>
      <p:ext uri="{BB962C8B-B14F-4D97-AF65-F5344CB8AC3E}">
        <p14:creationId xmlns:p14="http://schemas.microsoft.com/office/powerpoint/2010/main" val="300777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A4746D-F071-4AC6-94C7-48E54EE9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9C88D-25BF-42F1-BF83-41D93584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45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The candidate journey stays simple from start to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E988-12B7-4957-BFB8-F6820A10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70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D3498-0272-4F71-9987-497E2A98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Five steps connect preparation, practice and improvement.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695450" y="29146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D9DC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3857625" y="29146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D9DC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019800" y="29146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D9DC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181975" y="29146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D9D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257D5-CE21-4FEF-9855-876711B6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48050-F345-4FC7-A1A8-18F8B5DE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30528-3B6D-462F-827D-E0E99A1A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2B241-45E1-40C1-BDC7-710F7517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Build a structured candidate profile from the resume.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DD332-3C0D-4B8C-8FB4-56C51B28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8411A-999F-4FB9-9697-1C3923FC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B3451-F261-4F2D-ADC4-C2AD6AB0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Configure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AF380-E127-4AA1-975D-80E68E33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Choose role, level, focus, duration and mode.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37E93-1EBD-49A6-8F74-87BAF627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B915B-F9CC-4E68-8B49-E35140DA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E082B-7932-4AB2-BDCB-BFEC1DB3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Interview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B9095-AA9E-4D68-8FB8-3B46C6F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Answer naturally in Voice or Text mode.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B923F-C391-4F8D-95D3-EAE5945C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C6A53-0AD8-49AB-84EC-FDC03C3F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4146F-D6C3-49D7-BBA2-B9E1EC6B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65854-EE9D-4FAE-A1D4-88429D3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29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Review five performance dimensions and question-level feedback.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45FB8-9360-4BB4-876F-02888B89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897104-C3DF-4EF1-9035-D70B5391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F7A55-2225-4B1B-B6FB-1103F48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Improve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469C7-8D7A-435B-8831-7BD19D18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123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Follow a personalised learning roadmap and practise again.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9AA1B-649C-4C5A-BED6-7BB1AAD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Selected mode remains locked for the entire interview session.</a:t>
            </a:r>
          </a:p>
        </p:txBody>
      </p:sp>
    </p:spTree>
    <p:extLst>
      <p:ext uri="{BB962C8B-B14F-4D97-AF65-F5344CB8AC3E}">
        <p14:creationId xmlns:p14="http://schemas.microsoft.com/office/powerpoint/2010/main" val="2079110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E1391-7347-441F-BB71-5BCC1921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59CA4-2901-4A88-B60E-5B53AAE4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GenAI engine adapts every interviewer 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1C2E9-56A9-4A6B-B707-0EF1E33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95CEC-CBAA-4B5D-A069-2D670198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D5D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7D5DC"/>
                </a:solidFill>
                <a:latin typeface="Aptos"/>
                <a:ea typeface="Aptos"/>
                <a:cs typeface="Aptos"/>
              </a:rPr>
              <a:t>Context flows through a server-side orchestration layer—API keys never reach the browser.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914650" y="3238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B7682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5753100" y="3238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B7682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591550" y="3238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B7682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CC9E0-72E2-475D-B496-50E91F5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190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637"/>
          </a:solidFill>
          <a:ln xmlns:a="http://schemas.openxmlformats.org/drawingml/2006/main" w="19050">
            <a:solidFill>
              <a:srgbClr val="355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449A1-CA81-4611-A569-CDCB2833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8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CANDIDATE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4F579-F425-457F-A7D0-AB8F181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58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Resume · role · JD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 · history ·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EB208-AFFD-4119-B6F3-5AC0CBE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2190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9B8A5"/>
          </a:solidFill>
          <a:ln xmlns:a="http://schemas.openxmlformats.org/drawingml/2006/main" w="19050">
            <a:solidFill>
              <a:srgbClr val="19B8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92BD-5960-4506-B4AC-AC28529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289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ORCHESTRATOR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5D222-DEEB-48CF-AC97-1C275C31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718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Acknowledgement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transition · next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26167-228D-431F-8256-F575340B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2190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637"/>
          </a:solidFill>
          <a:ln xmlns:a="http://schemas.openxmlformats.org/drawingml/2006/main" w="19050">
            <a:solidFill>
              <a:srgbClr val="3554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BBFE4-7573-4175-8AB4-501B45F8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INTERVIEW MODES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39ACA-30C7-4B3A-A370-6B0F0F9D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718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Voice: STT + TTS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Text: typed conversation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FA245-E6D4-4F86-A391-3C1941FA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2190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637"/>
          </a:solidFill>
          <a:ln xmlns:a="http://schemas.openxmlformats.org/drawingml/2006/main" w="19050">
            <a:solidFill>
              <a:srgbClr val="3554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78FD5-FD4A-47D7-9A9F-A74B191C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OUTPUT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29CF-8663-4463-AC23-799FFE10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718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Evaluation report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31715-756A-4976-BB5D-6A0EA4F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TanStack Start + React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C04EB-D46A-4A5C-9E67-B18B58D4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911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Supabase Auth · Postgres · 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FF76A-E3E3-4405-8409-1945F13D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911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Groq / OpenRouter · server-side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7A1E6-E9CA-4E29-85BA-C198A535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 selection also changes with answer depth and remaining interview time.</a:t>
            </a:r>
          </a:p>
        </p:txBody>
      </p:sp>
    </p:spTree>
    <p:extLst>
      <p:ext uri="{BB962C8B-B14F-4D97-AF65-F5344CB8AC3E}">
        <p14:creationId xmlns:p14="http://schemas.microsoft.com/office/powerpoint/2010/main" val="33433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1AABC-626C-4244-8AEC-67C05148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6CF46-C4FB-4AE0-A536-453C0729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Realism during the interview, direction after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273C2-605D-4B79-879F-BC171B2C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70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096000" y="1809750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533400" y="36671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49EB9-896A-49B9-8103-D56FCA38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F89D8-1855-4ABF-8034-7193B75D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Conversational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272A9-6A2E-42F9-A3AD-973BDA13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Acknowledgement, transition and follow-up make each turn sound professional—not robotic.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5BB4A-655F-4E9D-811E-44D0948B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955D4-5FAA-4D04-8AA7-2E98C9F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38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Time-aware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D33DA-423E-4A7C-89E5-F0A13DA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The interviewer balances technical, resume and behavioural topics as time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49B0B-0E7E-4F95-814B-E03970F5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09FA8-7DCA-4594-B335-7ECAFCE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Evidence-based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E0FCB-B8A0-4974-984D-32C2ED62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Each answer is reviewed across accuracy, clarity, relevance, problem solving and communication.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52610-5E47-40E3-BED6-06BBA13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48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59123-EE53-4822-AD7C-9EE58F8F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Actionable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26E47-B774-4A54-AF20-D80C58B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006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Candidates receive strengths, gaps, ideal-answer guidance and a prioritised learning roadmap.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F527B-FD45-4B0E-9124-5FF8D4BB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The result: a repeatable practice loop built around the individual candidate.</a:t>
            </a:r>
          </a:p>
        </p:txBody>
      </p:sp>
    </p:spTree>
    <p:extLst>
      <p:ext uri="{BB962C8B-B14F-4D97-AF65-F5344CB8AC3E}">
        <p14:creationId xmlns:p14="http://schemas.microsoft.com/office/powerpoint/2010/main" val="973948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AA86A-BB25-4ED8-BADE-DA0F8ACE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A207-3E4E-44DD-BE1D-D5ADEC40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TEAM PHANTOM · PREPPILOT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5D5B2-4B93-4C10-9972-B8579A24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57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Practice that adapts.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 that guides.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0A25E-B052-4F7D-BFE7-4C411D15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8D9D0"/>
                </a:solidFill>
                <a:latin typeface="Aptos"/>
                <a:ea typeface="Aptos"/>
                <a:cs typeface="Aptos"/>
              </a:rPr>
              <a:t>From resume to ready.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666750" y="49530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455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2F370-36C0-43BA-A0D5-E4BFDF70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Suhani Mahajan · Team Leader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3361F-DAA4-4C89-A056-1341B662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Divyam Madan · Team 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728A9-1DE8-4A77-A115-BC54E173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435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GEN AI · PROBLEM STATEMENT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CFE8F-0958-41C6-ABE2-C66ED26D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16087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2026-07-25T20:25:12.1740000Z</dcterms:created>
  <dcterms:modified xsi:type="dcterms:W3CDTF">2026-07-25T20:25:12.1740000Z</dcterms:modified>
</coreProperties>
</file>